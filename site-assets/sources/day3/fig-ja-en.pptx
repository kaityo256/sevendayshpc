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  <p:sldId id="257" r:id="rId8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30"/>
    <p:restoredTop sz="94668"/>
  </p:normalViewPr>
  <p:slideViewPr>
    <p:cSldViewPr snapToGrid="0" snapToObjects="1">
      <p:cViewPr varScale="1">
        <p:scale>
          <a:sx n="93" d="100"/>
          <a:sy n="93" d="100"/>
        </p:scale>
        <p:origin x="224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2018/10/16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tiff"/><Relationship Id="rId3" Type="http://schemas.openxmlformats.org/officeDocument/2006/relationships/image" Target="../media/image2.tif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tiff"/><Relationship Id="rId3" Type="http://schemas.openxmlformats.org/officeDocument/2006/relationships/image" Target="../media/image2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36950BEF-AFFB-134C-84E4-4CC78CF4B9E3}"/>
              </a:ext>
            </a:extLst>
          </p:cNvPr>
          <p:cNvSpPr/>
          <p:nvPr/>
        </p:nvSpPr>
        <p:spPr>
          <a:xfrm>
            <a:off x="207818" y="3588327"/>
            <a:ext cx="9490363" cy="28401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角丸四角形 21">
            <a:extLst>
              <a:ext uri="{FF2B5EF4-FFF2-40B4-BE49-F238E27FC236}">
                <a16:creationId xmlns:a16="http://schemas.microsoft.com/office/drawing/2014/main" id="{D95AB0B8-32EA-9B4D-98EE-6A551E7909DC}"/>
              </a:ext>
            </a:extLst>
          </p:cNvPr>
          <p:cNvSpPr/>
          <p:nvPr/>
        </p:nvSpPr>
        <p:spPr>
          <a:xfrm>
            <a:off x="166255" y="387927"/>
            <a:ext cx="9490363" cy="28401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procss1 </a:t>
            </a:r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B393E77-B79F-F249-811A-378CCB711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668" y="4221018"/>
            <a:ext cx="1148086" cy="213487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0D25D743-5E95-784E-B686-9A55F8BDE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503" y="1076038"/>
            <a:ext cx="2134870" cy="213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8E00B42-1821-9448-80E0-53138E038651}"/>
              </a:ext>
            </a:extLst>
          </p:cNvPr>
          <p:cNvSpPr/>
          <p:nvPr/>
        </p:nvSpPr>
        <p:spPr>
          <a:xfrm>
            <a:off x="339900" y="1163782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5DCAE97-CB96-8E42-944F-DF15887407A2}"/>
              </a:ext>
            </a:extLst>
          </p:cNvPr>
          <p:cNvSpPr/>
          <p:nvPr/>
        </p:nvSpPr>
        <p:spPr>
          <a:xfrm>
            <a:off x="4918364" y="2479964"/>
            <a:ext cx="942106" cy="4710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3F4E5B1-7B58-4E4F-9515-2102D51E45F7}"/>
              </a:ext>
            </a:extLst>
          </p:cNvPr>
          <p:cNvSpPr/>
          <p:nvPr/>
        </p:nvSpPr>
        <p:spPr>
          <a:xfrm>
            <a:off x="6026728" y="2479964"/>
            <a:ext cx="942106" cy="4710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071F583-E1BE-D448-AE44-180180A16B5B}"/>
              </a:ext>
            </a:extLst>
          </p:cNvPr>
          <p:cNvSpPr/>
          <p:nvPr/>
        </p:nvSpPr>
        <p:spPr>
          <a:xfrm>
            <a:off x="7135092" y="2479964"/>
            <a:ext cx="942106" cy="4710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CEF7FC-65F1-A34D-B7B8-8B693DA1585A}"/>
              </a:ext>
            </a:extLst>
          </p:cNvPr>
          <p:cNvSpPr/>
          <p:nvPr/>
        </p:nvSpPr>
        <p:spPr>
          <a:xfrm>
            <a:off x="8243456" y="2479964"/>
            <a:ext cx="942106" cy="4710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675CC3E-3202-474C-BB24-FE9BC9573102}"/>
              </a:ext>
            </a:extLst>
          </p:cNvPr>
          <p:cNvSpPr txBox="1"/>
          <p:nvPr/>
        </p:nvSpPr>
        <p:spPr>
          <a:xfrm>
            <a:off x="3034144" y="152399"/>
            <a:ext cx="3570208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ストロングスケーリング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72A4F78-3005-0C4B-9433-2B8C71577C18}"/>
              </a:ext>
            </a:extLst>
          </p:cNvPr>
          <p:cNvSpPr txBox="1"/>
          <p:nvPr/>
        </p:nvSpPr>
        <p:spPr>
          <a:xfrm>
            <a:off x="3214254" y="3311235"/>
            <a:ext cx="326243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ウィークスケーリング</a:t>
            </a:r>
          </a:p>
        </p:txBody>
      </p:sp>
      <p:sp>
        <p:nvSpPr>
          <p:cNvPr id="11" name="右矢印 10">
            <a:extLst>
              <a:ext uri="{FF2B5EF4-FFF2-40B4-BE49-F238E27FC236}">
                <a16:creationId xmlns:a16="http://schemas.microsoft.com/office/drawing/2014/main" id="{69629DBD-888F-ED41-B876-758AC22BCC52}"/>
              </a:ext>
            </a:extLst>
          </p:cNvPr>
          <p:cNvSpPr/>
          <p:nvPr/>
        </p:nvSpPr>
        <p:spPr>
          <a:xfrm>
            <a:off x="1565564" y="1787236"/>
            <a:ext cx="554181" cy="5541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右矢印 11">
            <a:extLst>
              <a:ext uri="{FF2B5EF4-FFF2-40B4-BE49-F238E27FC236}">
                <a16:creationId xmlns:a16="http://schemas.microsoft.com/office/drawing/2014/main" id="{7830C8E8-2D7D-CB4C-9F8E-A961292975AC}"/>
              </a:ext>
            </a:extLst>
          </p:cNvPr>
          <p:cNvSpPr/>
          <p:nvPr/>
        </p:nvSpPr>
        <p:spPr>
          <a:xfrm>
            <a:off x="4170218" y="1759527"/>
            <a:ext cx="554181" cy="5541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03BDF19-2955-C346-AE1B-9491FC3CB16B}"/>
              </a:ext>
            </a:extLst>
          </p:cNvPr>
          <p:cNvSpPr txBox="1"/>
          <p:nvPr/>
        </p:nvSpPr>
        <p:spPr>
          <a:xfrm>
            <a:off x="997528" y="678873"/>
            <a:ext cx="7571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トータルの計算量を固定したまま並列数を増やし、実行時間を短縮する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1DDFB41-EB3D-6941-B881-AF03DD1B2BFB}"/>
              </a:ext>
            </a:extLst>
          </p:cNvPr>
          <p:cNvSpPr txBox="1"/>
          <p:nvPr/>
        </p:nvSpPr>
        <p:spPr>
          <a:xfrm>
            <a:off x="1136073" y="3810000"/>
            <a:ext cx="8032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並列単位あたりの計算量を固定して並列数を増やし、トータルサイズを稼ぐ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EFAB6BD-2BE3-2E49-A650-7B9C667EED7D}"/>
              </a:ext>
            </a:extLst>
          </p:cNvPr>
          <p:cNvSpPr/>
          <p:nvPr/>
        </p:nvSpPr>
        <p:spPr>
          <a:xfrm>
            <a:off x="339900" y="4281055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右矢印 15">
            <a:extLst>
              <a:ext uri="{FF2B5EF4-FFF2-40B4-BE49-F238E27FC236}">
                <a16:creationId xmlns:a16="http://schemas.microsoft.com/office/drawing/2014/main" id="{37CEC7DB-2DC2-FF43-A250-61F186B4F948}"/>
              </a:ext>
            </a:extLst>
          </p:cNvPr>
          <p:cNvSpPr/>
          <p:nvPr/>
        </p:nvSpPr>
        <p:spPr>
          <a:xfrm>
            <a:off x="1607128" y="4987636"/>
            <a:ext cx="554181" cy="5541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右矢印 16">
            <a:extLst>
              <a:ext uri="{FF2B5EF4-FFF2-40B4-BE49-F238E27FC236}">
                <a16:creationId xmlns:a16="http://schemas.microsoft.com/office/drawing/2014/main" id="{68B7FB71-3337-5F4B-B07E-C9AE7671D09A}"/>
              </a:ext>
            </a:extLst>
          </p:cNvPr>
          <p:cNvSpPr/>
          <p:nvPr/>
        </p:nvSpPr>
        <p:spPr>
          <a:xfrm>
            <a:off x="4211782" y="4959927"/>
            <a:ext cx="554181" cy="5541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7FA7351-D9B2-FA4D-814A-CB0A471DD018}"/>
              </a:ext>
            </a:extLst>
          </p:cNvPr>
          <p:cNvSpPr/>
          <p:nvPr/>
        </p:nvSpPr>
        <p:spPr>
          <a:xfrm>
            <a:off x="4925755" y="4281055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328A581-972C-4544-8BF0-8C61B4E7F64B}"/>
              </a:ext>
            </a:extLst>
          </p:cNvPr>
          <p:cNvSpPr/>
          <p:nvPr/>
        </p:nvSpPr>
        <p:spPr>
          <a:xfrm>
            <a:off x="6089537" y="4281055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D01F16D-78D2-CE45-B00D-3A0F133F73F2}"/>
              </a:ext>
            </a:extLst>
          </p:cNvPr>
          <p:cNvSpPr/>
          <p:nvPr/>
        </p:nvSpPr>
        <p:spPr>
          <a:xfrm>
            <a:off x="7211755" y="4281055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2E78869-39CE-184B-B2F5-02CA83317CF7}"/>
              </a:ext>
            </a:extLst>
          </p:cNvPr>
          <p:cNvSpPr/>
          <p:nvPr/>
        </p:nvSpPr>
        <p:spPr>
          <a:xfrm>
            <a:off x="8333974" y="4281056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42E7465-C6D6-4C46-8B46-6ADB5ABC80A6}"/>
              </a:ext>
            </a:extLst>
          </p:cNvPr>
          <p:cNvSpPr txBox="1"/>
          <p:nvPr/>
        </p:nvSpPr>
        <p:spPr>
          <a:xfrm>
            <a:off x="4987636" y="2978727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プロセス</a:t>
            </a:r>
            <a:r>
              <a:rPr kumimoji="1" lang="en-US" altLang="ja-JP" sz="1100"/>
              <a:t>1</a:t>
            </a:r>
            <a:endParaRPr kumimoji="1" lang="ja-JP" altLang="en-US" sz="110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87403A7-5F83-8E4F-AC1F-7D2C3C38FF31}"/>
              </a:ext>
            </a:extLst>
          </p:cNvPr>
          <p:cNvSpPr txBox="1"/>
          <p:nvPr/>
        </p:nvSpPr>
        <p:spPr>
          <a:xfrm>
            <a:off x="6165272" y="2964873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プロセス</a:t>
            </a:r>
            <a:r>
              <a:rPr kumimoji="1" lang="en-US" altLang="ja-JP" sz="1100"/>
              <a:t>2</a:t>
            </a:r>
            <a:endParaRPr kumimoji="1" lang="ja-JP" altLang="en-US" sz="110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FF5385A-F508-424C-B939-6F70C723E6BC}"/>
              </a:ext>
            </a:extLst>
          </p:cNvPr>
          <p:cNvSpPr txBox="1"/>
          <p:nvPr/>
        </p:nvSpPr>
        <p:spPr>
          <a:xfrm>
            <a:off x="7204363" y="2978727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プロセス</a:t>
            </a:r>
            <a:r>
              <a:rPr kumimoji="1" lang="en-US" altLang="ja-JP" sz="1100"/>
              <a:t>3</a:t>
            </a:r>
            <a:endParaRPr kumimoji="1" lang="ja-JP" altLang="en-US" sz="110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02DDAC4-61D5-F04F-B806-F96E4370B8B2}"/>
              </a:ext>
            </a:extLst>
          </p:cNvPr>
          <p:cNvSpPr txBox="1"/>
          <p:nvPr/>
        </p:nvSpPr>
        <p:spPr>
          <a:xfrm>
            <a:off x="8381999" y="2964873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プロセス</a:t>
            </a:r>
            <a:r>
              <a:rPr kumimoji="1" lang="en-US" altLang="ja-JP" sz="1100"/>
              <a:t>4</a:t>
            </a:r>
            <a:endParaRPr kumimoji="1" lang="ja-JP" altLang="en-US" sz="110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F906CC6-2BA1-D743-8442-B4524D54FC6B}"/>
              </a:ext>
            </a:extLst>
          </p:cNvPr>
          <p:cNvSpPr txBox="1"/>
          <p:nvPr/>
        </p:nvSpPr>
        <p:spPr>
          <a:xfrm>
            <a:off x="5001491" y="6179127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プロセス</a:t>
            </a:r>
            <a:r>
              <a:rPr kumimoji="1" lang="en-US" altLang="ja-JP" sz="1100"/>
              <a:t>1</a:t>
            </a:r>
            <a:endParaRPr kumimoji="1" lang="ja-JP" altLang="en-US" sz="110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EE6D1B7-16B6-EF48-949F-51085EE6EABA}"/>
              </a:ext>
            </a:extLst>
          </p:cNvPr>
          <p:cNvSpPr txBox="1"/>
          <p:nvPr/>
        </p:nvSpPr>
        <p:spPr>
          <a:xfrm>
            <a:off x="6179127" y="6165273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プロセス</a:t>
            </a:r>
            <a:r>
              <a:rPr kumimoji="1" lang="en-US" altLang="ja-JP" sz="1100"/>
              <a:t>2</a:t>
            </a:r>
            <a:endParaRPr kumimoji="1" lang="ja-JP" altLang="en-US" sz="110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E2C495E-E17E-F840-A042-03720D3ADB8F}"/>
              </a:ext>
            </a:extLst>
          </p:cNvPr>
          <p:cNvSpPr txBox="1"/>
          <p:nvPr/>
        </p:nvSpPr>
        <p:spPr>
          <a:xfrm>
            <a:off x="7218218" y="6179127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プロセス</a:t>
            </a:r>
            <a:r>
              <a:rPr kumimoji="1" lang="en-US" altLang="ja-JP" sz="1100"/>
              <a:t>3</a:t>
            </a:r>
            <a:endParaRPr kumimoji="1" lang="ja-JP" altLang="en-US" sz="11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0AB668F-7572-6D43-8245-4EB121EC61AF}"/>
              </a:ext>
            </a:extLst>
          </p:cNvPr>
          <p:cNvSpPr txBox="1"/>
          <p:nvPr/>
        </p:nvSpPr>
        <p:spPr>
          <a:xfrm>
            <a:off x="8395854" y="6165273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プロセス</a:t>
            </a:r>
            <a:r>
              <a:rPr kumimoji="1" lang="en-US" altLang="ja-JP" sz="1100"/>
              <a:t>4</a:t>
            </a:r>
            <a:endParaRPr kumimoji="1" lang="ja-JP" altLang="en-US" sz="1100"/>
          </a:p>
        </p:txBody>
      </p:sp>
    </p:spTree>
    <p:extLst>
      <p:ext uri="{BB962C8B-B14F-4D97-AF65-F5344CB8AC3E}">
        <p14:creationId xmlns:p14="http://schemas.microsoft.com/office/powerpoint/2010/main" val="2831559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36950BEF-AFFB-134C-84E4-4CC78CF4B9E3}"/>
              </a:ext>
            </a:extLst>
          </p:cNvPr>
          <p:cNvSpPr/>
          <p:nvPr/>
        </p:nvSpPr>
        <p:spPr>
          <a:xfrm>
            <a:off x="207818" y="3588327"/>
            <a:ext cx="9490363" cy="28401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角丸四角形 21">
            <a:extLst>
              <a:ext uri="{FF2B5EF4-FFF2-40B4-BE49-F238E27FC236}">
                <a16:creationId xmlns:a16="http://schemas.microsoft.com/office/drawing/2014/main" id="{D95AB0B8-32EA-9B4D-98EE-6A551E7909DC}"/>
              </a:ext>
            </a:extLst>
          </p:cNvPr>
          <p:cNvSpPr/>
          <p:nvPr/>
        </p:nvSpPr>
        <p:spPr>
          <a:xfrm>
            <a:off x="166255" y="387927"/>
            <a:ext cx="9490363" cy="28401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/>
              <a:t>procss1 </a:t>
            </a:r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B393E77-B79F-F249-811A-378CCB711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668" y="4221018"/>
            <a:ext cx="1148086" cy="213487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0D25D743-5E95-784E-B686-9A55F8BDE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503" y="1076038"/>
            <a:ext cx="2134870" cy="213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8E00B42-1821-9448-80E0-53138E038651}"/>
              </a:ext>
            </a:extLst>
          </p:cNvPr>
          <p:cNvSpPr/>
          <p:nvPr/>
        </p:nvSpPr>
        <p:spPr>
          <a:xfrm>
            <a:off x="339900" y="1163782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5DCAE97-CB96-8E42-944F-DF15887407A2}"/>
              </a:ext>
            </a:extLst>
          </p:cNvPr>
          <p:cNvSpPr/>
          <p:nvPr/>
        </p:nvSpPr>
        <p:spPr>
          <a:xfrm>
            <a:off x="4918364" y="2479964"/>
            <a:ext cx="942106" cy="4710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3F4E5B1-7B58-4E4F-9515-2102D51E45F7}"/>
              </a:ext>
            </a:extLst>
          </p:cNvPr>
          <p:cNvSpPr/>
          <p:nvPr/>
        </p:nvSpPr>
        <p:spPr>
          <a:xfrm>
            <a:off x="6026728" y="2479964"/>
            <a:ext cx="942106" cy="4710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071F583-E1BE-D448-AE44-180180A16B5B}"/>
              </a:ext>
            </a:extLst>
          </p:cNvPr>
          <p:cNvSpPr/>
          <p:nvPr/>
        </p:nvSpPr>
        <p:spPr>
          <a:xfrm>
            <a:off x="7135092" y="2479964"/>
            <a:ext cx="942106" cy="4710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CEF7FC-65F1-A34D-B7B8-8B693DA1585A}"/>
              </a:ext>
            </a:extLst>
          </p:cNvPr>
          <p:cNvSpPr/>
          <p:nvPr/>
        </p:nvSpPr>
        <p:spPr>
          <a:xfrm>
            <a:off x="8243456" y="2479964"/>
            <a:ext cx="942106" cy="4710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675CC3E-3202-474C-BB24-FE9BC9573102}"/>
              </a:ext>
            </a:extLst>
          </p:cNvPr>
          <p:cNvSpPr txBox="1"/>
          <p:nvPr/>
        </p:nvSpPr>
        <p:spPr>
          <a:xfrm>
            <a:off x="3034144" y="152399"/>
            <a:ext cx="3570208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/>
          <a:lstStyle/>
          <a:p>
            <a:pPr>
              <a:defRPr sz="2300"/>
            </a:pPr>
            <a:r>
              <a:rPr kumimoji="1" lang="ja-JP" altLang="en-US" sz="2300"/>
              <a:t>Strong scaling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72A4F78-3005-0C4B-9433-2B8C71577C18}"/>
              </a:ext>
            </a:extLst>
          </p:cNvPr>
          <p:cNvSpPr txBox="1"/>
          <p:nvPr/>
        </p:nvSpPr>
        <p:spPr>
          <a:xfrm>
            <a:off x="3214254" y="3311235"/>
            <a:ext cx="326243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/>
          <a:lstStyle/>
          <a:p>
            <a:pPr>
              <a:defRPr sz="2300"/>
            </a:pPr>
            <a:r>
              <a:rPr kumimoji="1" lang="ja-JP" altLang="en-US" sz="2300"/>
              <a:t>Weak scaling</a:t>
            </a:r>
          </a:p>
        </p:txBody>
      </p:sp>
      <p:sp>
        <p:nvSpPr>
          <p:cNvPr id="11" name="右矢印 10">
            <a:extLst>
              <a:ext uri="{FF2B5EF4-FFF2-40B4-BE49-F238E27FC236}">
                <a16:creationId xmlns:a16="http://schemas.microsoft.com/office/drawing/2014/main" id="{69629DBD-888F-ED41-B876-758AC22BCC52}"/>
              </a:ext>
            </a:extLst>
          </p:cNvPr>
          <p:cNvSpPr/>
          <p:nvPr/>
        </p:nvSpPr>
        <p:spPr>
          <a:xfrm>
            <a:off x="1565564" y="1787236"/>
            <a:ext cx="554181" cy="5541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右矢印 11">
            <a:extLst>
              <a:ext uri="{FF2B5EF4-FFF2-40B4-BE49-F238E27FC236}">
                <a16:creationId xmlns:a16="http://schemas.microsoft.com/office/drawing/2014/main" id="{7830C8E8-2D7D-CB4C-9F8E-A961292975AC}"/>
              </a:ext>
            </a:extLst>
          </p:cNvPr>
          <p:cNvSpPr/>
          <p:nvPr/>
        </p:nvSpPr>
        <p:spPr>
          <a:xfrm>
            <a:off x="4170218" y="1759527"/>
            <a:ext cx="554181" cy="5541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03BDF19-2955-C346-AE1B-9491FC3CB16B}"/>
              </a:ext>
            </a:extLst>
          </p:cNvPr>
          <p:cNvSpPr txBox="1"/>
          <p:nvPr/>
        </p:nvSpPr>
        <p:spPr>
          <a:xfrm>
            <a:off x="997528" y="678873"/>
            <a:ext cx="7571303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Keep the total amount of computation fixed, increase parallelism, and reduce execution time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1DDFB41-EB3D-6941-B881-AF03DD1B2BFB}"/>
              </a:ext>
            </a:extLst>
          </p:cNvPr>
          <p:cNvSpPr txBox="1"/>
          <p:nvPr/>
        </p:nvSpPr>
        <p:spPr>
          <a:xfrm>
            <a:off x="1136073" y="3810000"/>
            <a:ext cx="803296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300"/>
            </a:pPr>
            <a:r>
              <a:rPr kumimoji="1" lang="ja-JP" altLang="en-US" sz="1300"/>
              <a:t>Keep computation per parallel unit fixed, increase parallelism, and increase the total size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EFAB6BD-2BE3-2E49-A650-7B9C667EED7D}"/>
              </a:ext>
            </a:extLst>
          </p:cNvPr>
          <p:cNvSpPr/>
          <p:nvPr/>
        </p:nvSpPr>
        <p:spPr>
          <a:xfrm>
            <a:off x="339900" y="4281055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右矢印 15">
            <a:extLst>
              <a:ext uri="{FF2B5EF4-FFF2-40B4-BE49-F238E27FC236}">
                <a16:creationId xmlns:a16="http://schemas.microsoft.com/office/drawing/2014/main" id="{37CEC7DB-2DC2-FF43-A250-61F186B4F948}"/>
              </a:ext>
            </a:extLst>
          </p:cNvPr>
          <p:cNvSpPr/>
          <p:nvPr/>
        </p:nvSpPr>
        <p:spPr>
          <a:xfrm>
            <a:off x="1607128" y="4987636"/>
            <a:ext cx="554181" cy="5541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右矢印 16">
            <a:extLst>
              <a:ext uri="{FF2B5EF4-FFF2-40B4-BE49-F238E27FC236}">
                <a16:creationId xmlns:a16="http://schemas.microsoft.com/office/drawing/2014/main" id="{68B7FB71-3337-5F4B-B07E-C9AE7671D09A}"/>
              </a:ext>
            </a:extLst>
          </p:cNvPr>
          <p:cNvSpPr/>
          <p:nvPr/>
        </p:nvSpPr>
        <p:spPr>
          <a:xfrm>
            <a:off x="4211782" y="4959927"/>
            <a:ext cx="554181" cy="55418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7FA7351-D9B2-FA4D-814A-CB0A471DD018}"/>
              </a:ext>
            </a:extLst>
          </p:cNvPr>
          <p:cNvSpPr/>
          <p:nvPr/>
        </p:nvSpPr>
        <p:spPr>
          <a:xfrm>
            <a:off x="4925755" y="4281055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328A581-972C-4544-8BF0-8C61B4E7F64B}"/>
              </a:ext>
            </a:extLst>
          </p:cNvPr>
          <p:cNvSpPr/>
          <p:nvPr/>
        </p:nvSpPr>
        <p:spPr>
          <a:xfrm>
            <a:off x="6089537" y="4281055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D01F16D-78D2-CE45-B00D-3A0F133F73F2}"/>
              </a:ext>
            </a:extLst>
          </p:cNvPr>
          <p:cNvSpPr/>
          <p:nvPr/>
        </p:nvSpPr>
        <p:spPr>
          <a:xfrm>
            <a:off x="7211755" y="4281055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2E78869-39CE-184B-B2F5-02CA83317CF7}"/>
              </a:ext>
            </a:extLst>
          </p:cNvPr>
          <p:cNvSpPr/>
          <p:nvPr/>
        </p:nvSpPr>
        <p:spPr>
          <a:xfrm>
            <a:off x="8333974" y="4281056"/>
            <a:ext cx="942106" cy="18842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42E7465-C6D6-4C46-8B46-6ADB5ABC80A6}"/>
              </a:ext>
            </a:extLst>
          </p:cNvPr>
          <p:cNvSpPr txBox="1"/>
          <p:nvPr/>
        </p:nvSpPr>
        <p:spPr>
          <a:xfrm>
            <a:off x="4987636" y="2978727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Process 1</a:t>
            </a:r>
            <a:endParaRPr kumimoji="1" lang="ja-JP" altLang="en-US" sz="110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87403A7-5F83-8E4F-AC1F-7D2C3C38FF31}"/>
              </a:ext>
            </a:extLst>
          </p:cNvPr>
          <p:cNvSpPr txBox="1"/>
          <p:nvPr/>
        </p:nvSpPr>
        <p:spPr>
          <a:xfrm>
            <a:off x="6165272" y="2964873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Process 2</a:t>
            </a:r>
            <a:endParaRPr kumimoji="1" lang="ja-JP" altLang="en-US" sz="110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FF5385A-F508-424C-B939-6F70C723E6BC}"/>
              </a:ext>
            </a:extLst>
          </p:cNvPr>
          <p:cNvSpPr txBox="1"/>
          <p:nvPr/>
        </p:nvSpPr>
        <p:spPr>
          <a:xfrm>
            <a:off x="7204363" y="2978727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Process 3</a:t>
            </a:r>
            <a:endParaRPr kumimoji="1" lang="ja-JP" altLang="en-US" sz="110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02DDAC4-61D5-F04F-B806-F96E4370B8B2}"/>
              </a:ext>
            </a:extLst>
          </p:cNvPr>
          <p:cNvSpPr txBox="1"/>
          <p:nvPr/>
        </p:nvSpPr>
        <p:spPr>
          <a:xfrm>
            <a:off x="8381999" y="2964873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Process 4</a:t>
            </a:r>
            <a:endParaRPr kumimoji="1" lang="ja-JP" altLang="en-US" sz="110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F906CC6-2BA1-D743-8442-B4524D54FC6B}"/>
              </a:ext>
            </a:extLst>
          </p:cNvPr>
          <p:cNvSpPr txBox="1"/>
          <p:nvPr/>
        </p:nvSpPr>
        <p:spPr>
          <a:xfrm>
            <a:off x="5001491" y="6179127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Process 1</a:t>
            </a:r>
            <a:endParaRPr kumimoji="1" lang="ja-JP" altLang="en-US" sz="110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EE6D1B7-16B6-EF48-949F-51085EE6EABA}"/>
              </a:ext>
            </a:extLst>
          </p:cNvPr>
          <p:cNvSpPr txBox="1"/>
          <p:nvPr/>
        </p:nvSpPr>
        <p:spPr>
          <a:xfrm>
            <a:off x="6179127" y="6165273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Process 2</a:t>
            </a:r>
            <a:endParaRPr kumimoji="1" lang="ja-JP" altLang="en-US" sz="110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E2C495E-E17E-F840-A042-03720D3ADB8F}"/>
              </a:ext>
            </a:extLst>
          </p:cNvPr>
          <p:cNvSpPr txBox="1"/>
          <p:nvPr/>
        </p:nvSpPr>
        <p:spPr>
          <a:xfrm>
            <a:off x="7218218" y="6179127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Process 3</a:t>
            </a:r>
            <a:endParaRPr kumimoji="1" lang="ja-JP" altLang="en-US" sz="11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0AB668F-7572-6D43-8245-4EB121EC61AF}"/>
              </a:ext>
            </a:extLst>
          </p:cNvPr>
          <p:cNvSpPr txBox="1"/>
          <p:nvPr/>
        </p:nvSpPr>
        <p:spPr>
          <a:xfrm>
            <a:off x="8395854" y="6165273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Process 4</a:t>
            </a:r>
            <a:endParaRPr kumimoji="1" lang="ja-JP" altLang="en-US" sz="1100"/>
          </a:p>
        </p:txBody>
      </p:sp>
    </p:spTree>
    <p:extLst>
      <p:ext uri="{BB962C8B-B14F-4D97-AF65-F5344CB8AC3E}">
        <p14:creationId xmlns:p14="http://schemas.microsoft.com/office/powerpoint/2010/main" val="2831559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101</TotalTime>
  <Words>50</Words>
  <Application>Microsoft Macintosh PowerPoint</Application>
  <PresentationFormat>A4 210 x 297 mm</PresentationFormat>
  <Paragraphs>13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Arial</vt:lpstr>
      <vt:lpstr>Calibri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Microsoft Office ユーザー</cp:lastModifiedBy>
  <cp:revision>66</cp:revision>
  <dcterms:created xsi:type="dcterms:W3CDTF">2018-10-07T01:32:06Z</dcterms:created>
  <dcterms:modified xsi:type="dcterms:W3CDTF">2018-10-16T00:54:50Z</dcterms:modified>
</cp:coreProperties>
</file>
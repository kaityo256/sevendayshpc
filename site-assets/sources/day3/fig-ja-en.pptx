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43"/>
    <p:restoredTop sz="94668"/>
  </p:normalViewPr>
  <p:slideViewPr>
    <p:cSldViewPr snapToGrid="0" snapToObjects="1">
      <p:cViewPr varScale="1">
        <p:scale>
          <a:sx n="127" d="100"/>
          <a:sy n="127" d="100"/>
        </p:scale>
        <p:origin x="1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36950BEF-AFFB-134C-84E4-4CC78CF4B9E3}"/>
              </a:ext>
            </a:extLst>
          </p:cNvPr>
          <p:cNvSpPr/>
          <p:nvPr/>
        </p:nvSpPr>
        <p:spPr>
          <a:xfrm>
            <a:off x="207818" y="35883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D95AB0B8-32EA-9B4D-98EE-6A551E7909DC}"/>
              </a:ext>
            </a:extLst>
          </p:cNvPr>
          <p:cNvSpPr/>
          <p:nvPr/>
        </p:nvSpPr>
        <p:spPr>
          <a:xfrm>
            <a:off x="166255" y="3879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procss1 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75CC3E-3202-474C-BB24-FE9BC9573102}"/>
              </a:ext>
            </a:extLst>
          </p:cNvPr>
          <p:cNvSpPr txBox="1"/>
          <p:nvPr/>
        </p:nvSpPr>
        <p:spPr>
          <a:xfrm>
            <a:off x="3034144" y="152399"/>
            <a:ext cx="357020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ストロングスケーリング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2A4F78-3005-0C4B-9433-2B8C71577C18}"/>
              </a:ext>
            </a:extLst>
          </p:cNvPr>
          <p:cNvSpPr txBox="1"/>
          <p:nvPr/>
        </p:nvSpPr>
        <p:spPr>
          <a:xfrm>
            <a:off x="3214254" y="3311235"/>
            <a:ext cx="326243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ウィークスケーリング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3BDF19-2955-C346-AE1B-9491FC3CB16B}"/>
              </a:ext>
            </a:extLst>
          </p:cNvPr>
          <p:cNvSpPr txBox="1"/>
          <p:nvPr/>
        </p:nvSpPr>
        <p:spPr>
          <a:xfrm>
            <a:off x="997528" y="678873"/>
            <a:ext cx="7571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トータルの計算量を固定したまま並列数を増やし、実行時間を短縮する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1DDFB41-EB3D-6941-B881-AF03DD1B2BFB}"/>
              </a:ext>
            </a:extLst>
          </p:cNvPr>
          <p:cNvSpPr txBox="1"/>
          <p:nvPr/>
        </p:nvSpPr>
        <p:spPr>
          <a:xfrm>
            <a:off x="1136073" y="3810000"/>
            <a:ext cx="8032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並列単位あたりの計算量を固定して並列数を増やし、トータルサイズを稼ぐ</a:t>
            </a:r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BC5F47F0-BD02-ACF4-72B1-81465D8FAAA2}"/>
              </a:ext>
            </a:extLst>
          </p:cNvPr>
          <p:cNvGrpSpPr/>
          <p:nvPr/>
        </p:nvGrpSpPr>
        <p:grpSpPr>
          <a:xfrm>
            <a:off x="2358099" y="1505188"/>
            <a:ext cx="5179252" cy="1640088"/>
            <a:chOff x="2809188" y="1211466"/>
            <a:chExt cx="6385122" cy="2021944"/>
          </a:xfrm>
        </p:grpSpPr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3C3AFA-5D72-923E-63EA-83C4DF965433}"/>
                </a:ext>
              </a:extLst>
            </p:cNvPr>
            <p:cNvSpPr/>
            <p:nvPr/>
          </p:nvSpPr>
          <p:spPr>
            <a:xfrm>
              <a:off x="2809188" y="1211466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EED40B39-5370-663C-1545-E29A7CA21510}"/>
                </a:ext>
              </a:extLst>
            </p:cNvPr>
            <p:cNvSpPr/>
            <p:nvPr/>
          </p:nvSpPr>
          <p:spPr>
            <a:xfrm>
              <a:off x="4918364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1C6429B5-F3FF-3D17-219D-98CB152D7B33}"/>
                </a:ext>
              </a:extLst>
            </p:cNvPr>
            <p:cNvSpPr/>
            <p:nvPr/>
          </p:nvSpPr>
          <p:spPr>
            <a:xfrm>
              <a:off x="6035476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FF873F7E-0627-8353-F33D-98B471639E98}"/>
                </a:ext>
              </a:extLst>
            </p:cNvPr>
            <p:cNvSpPr/>
            <p:nvPr/>
          </p:nvSpPr>
          <p:spPr>
            <a:xfrm>
              <a:off x="7135092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413FEABD-1EE7-8A62-7F08-CA05CD6F8AC4}"/>
                </a:ext>
              </a:extLst>
            </p:cNvPr>
            <p:cNvSpPr/>
            <p:nvPr/>
          </p:nvSpPr>
          <p:spPr>
            <a:xfrm>
              <a:off x="8252204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右矢印 37">
              <a:extLst>
                <a:ext uri="{FF2B5EF4-FFF2-40B4-BE49-F238E27FC236}">
                  <a16:creationId xmlns:a16="http://schemas.microsoft.com/office/drawing/2014/main" id="{8F6D5ABF-17BB-FEE6-9E0E-6D4C794FEC12}"/>
                </a:ext>
              </a:extLst>
            </p:cNvPr>
            <p:cNvSpPr/>
            <p:nvPr/>
          </p:nvSpPr>
          <p:spPr>
            <a:xfrm>
              <a:off x="4170218" y="1759527"/>
              <a:ext cx="554181" cy="554182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09DBDFEC-5D9F-719B-CD01-BD02FF8C0364}"/>
                </a:ext>
              </a:extLst>
            </p:cNvPr>
            <p:cNvSpPr txBox="1"/>
            <p:nvPr/>
          </p:nvSpPr>
          <p:spPr>
            <a:xfrm>
              <a:off x="4978888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1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7200A03-837D-9A0F-F230-1127F3A600BB}"/>
                </a:ext>
              </a:extLst>
            </p:cNvPr>
            <p:cNvSpPr txBox="1"/>
            <p:nvPr/>
          </p:nvSpPr>
          <p:spPr>
            <a:xfrm>
              <a:off x="6096000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2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2BD27615-1908-7028-F4E8-73AC7216180F}"/>
                </a:ext>
              </a:extLst>
            </p:cNvPr>
            <p:cNvSpPr txBox="1"/>
            <p:nvPr/>
          </p:nvSpPr>
          <p:spPr>
            <a:xfrm>
              <a:off x="7195616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3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8584A6-BE5E-AAC7-2DA1-3943337B7509}"/>
                </a:ext>
              </a:extLst>
            </p:cNvPr>
            <p:cNvSpPr txBox="1"/>
            <p:nvPr/>
          </p:nvSpPr>
          <p:spPr>
            <a:xfrm>
              <a:off x="8312728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4</a:t>
              </a:r>
            </a:p>
          </p:txBody>
        </p: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4BC7C01-3395-FC36-0AAF-6F8D7AADD048}"/>
              </a:ext>
            </a:extLst>
          </p:cNvPr>
          <p:cNvGrpSpPr/>
          <p:nvPr/>
        </p:nvGrpSpPr>
        <p:grpSpPr>
          <a:xfrm>
            <a:off x="2377297" y="4612526"/>
            <a:ext cx="5231296" cy="1743809"/>
            <a:chOff x="2826797" y="4281055"/>
            <a:chExt cx="6449283" cy="2149815"/>
          </a:xfrm>
        </p:grpSpPr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3236E328-D894-A2FA-9742-B161A96162B5}"/>
                </a:ext>
              </a:extLst>
            </p:cNvPr>
            <p:cNvSpPr/>
            <p:nvPr/>
          </p:nvSpPr>
          <p:spPr>
            <a:xfrm>
              <a:off x="2826797" y="4343477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右矢印 44">
              <a:extLst>
                <a:ext uri="{FF2B5EF4-FFF2-40B4-BE49-F238E27FC236}">
                  <a16:creationId xmlns:a16="http://schemas.microsoft.com/office/drawing/2014/main" id="{A06F0A8C-F366-F4A3-DF6A-68AF3C87C6BD}"/>
                </a:ext>
              </a:extLst>
            </p:cNvPr>
            <p:cNvSpPr/>
            <p:nvPr/>
          </p:nvSpPr>
          <p:spPr>
            <a:xfrm>
              <a:off x="4211782" y="4959927"/>
              <a:ext cx="554181" cy="554182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D8585D0B-D9B8-F77E-AB36-032DCD0E0626}"/>
                </a:ext>
              </a:extLst>
            </p:cNvPr>
            <p:cNvSpPr/>
            <p:nvPr/>
          </p:nvSpPr>
          <p:spPr>
            <a:xfrm>
              <a:off x="4925755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536BFBC2-B0BA-B312-8FBE-51A40C3D325F}"/>
                </a:ext>
              </a:extLst>
            </p:cNvPr>
            <p:cNvSpPr/>
            <p:nvPr/>
          </p:nvSpPr>
          <p:spPr>
            <a:xfrm>
              <a:off x="6089537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EB1EBB0B-E78F-7E34-0813-A9F667AC4D13}"/>
                </a:ext>
              </a:extLst>
            </p:cNvPr>
            <p:cNvSpPr/>
            <p:nvPr/>
          </p:nvSpPr>
          <p:spPr>
            <a:xfrm>
              <a:off x="7211755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CE67CCF2-874E-20FE-986C-EFC5750F573F}"/>
                </a:ext>
              </a:extLst>
            </p:cNvPr>
            <p:cNvSpPr/>
            <p:nvPr/>
          </p:nvSpPr>
          <p:spPr>
            <a:xfrm>
              <a:off x="8333974" y="4281056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550732CF-1B70-693B-E810-6FC969C8EC73}"/>
                </a:ext>
              </a:extLst>
            </p:cNvPr>
            <p:cNvSpPr txBox="1"/>
            <p:nvPr/>
          </p:nvSpPr>
          <p:spPr>
            <a:xfrm>
              <a:off x="5033352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1</a:t>
              </a: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46BBE71F-838C-BC48-9AE4-6880AD10FDE6}"/>
                </a:ext>
              </a:extLst>
            </p:cNvPr>
            <p:cNvSpPr txBox="1"/>
            <p:nvPr/>
          </p:nvSpPr>
          <p:spPr>
            <a:xfrm>
              <a:off x="6150464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2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7D5046E4-A001-85D0-8128-F448FCED5B84}"/>
                </a:ext>
              </a:extLst>
            </p:cNvPr>
            <p:cNvSpPr txBox="1"/>
            <p:nvPr/>
          </p:nvSpPr>
          <p:spPr>
            <a:xfrm>
              <a:off x="7250080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3</a:t>
              </a: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41A66804-1ABE-DD3E-9A2F-5E2420CD02B8}"/>
                </a:ext>
              </a:extLst>
            </p:cNvPr>
            <p:cNvSpPr txBox="1"/>
            <p:nvPr/>
          </p:nvSpPr>
          <p:spPr>
            <a:xfrm>
              <a:off x="8367192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4</a:t>
              </a:r>
            </a:p>
          </p:txBody>
        </p:sp>
      </p:grp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6699BEF8-4039-91AF-6F0D-660E1CFB9C27}"/>
              </a:ext>
            </a:extLst>
          </p:cNvPr>
          <p:cNvSpPr txBox="1"/>
          <p:nvPr/>
        </p:nvSpPr>
        <p:spPr>
          <a:xfrm>
            <a:off x="1600246" y="1043768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sequential computing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A633E4D6-39B0-0C7D-B548-7CE6C27634D6}"/>
              </a:ext>
            </a:extLst>
          </p:cNvPr>
          <p:cNvSpPr txBox="1"/>
          <p:nvPr/>
        </p:nvSpPr>
        <p:spPr>
          <a:xfrm>
            <a:off x="4885924" y="1043768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parallel</a:t>
            </a:r>
            <a:r>
              <a:rPr lang="ja-JP" altLang="en-US"/>
              <a:t> computing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C84BA2BC-07D0-0627-4398-9D7AF9B4E4C8}"/>
              </a:ext>
            </a:extLst>
          </p:cNvPr>
          <p:cNvSpPr txBox="1"/>
          <p:nvPr/>
        </p:nvSpPr>
        <p:spPr>
          <a:xfrm>
            <a:off x="1670351" y="4182785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sequential computing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7F3BF775-6CF8-E9AC-87E2-0030C9DA6100}"/>
              </a:ext>
            </a:extLst>
          </p:cNvPr>
          <p:cNvSpPr txBox="1"/>
          <p:nvPr/>
        </p:nvSpPr>
        <p:spPr>
          <a:xfrm>
            <a:off x="4956029" y="4182785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parallel</a:t>
            </a:r>
            <a:r>
              <a:rPr lang="ja-JP" altLang="en-US"/>
              <a:t> computing</a:t>
            </a:r>
          </a:p>
        </p:txBody>
      </p:sp>
    </p:spTree>
    <p:extLst>
      <p:ext uri="{BB962C8B-B14F-4D97-AF65-F5344CB8AC3E}">
        <p14:creationId xmlns:p14="http://schemas.microsoft.com/office/powerpoint/2010/main" val="2831559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36950BEF-AFFB-134C-84E4-4CC78CF4B9E3}"/>
              </a:ext>
            </a:extLst>
          </p:cNvPr>
          <p:cNvSpPr/>
          <p:nvPr/>
        </p:nvSpPr>
        <p:spPr>
          <a:xfrm>
            <a:off x="629920" y="3588327"/>
            <a:ext cx="9068261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D95AB0B8-32EA-9B4D-98EE-6A551E7909DC}"/>
              </a:ext>
            </a:extLst>
          </p:cNvPr>
          <p:cNvSpPr/>
          <p:nvPr/>
        </p:nvSpPr>
        <p:spPr>
          <a:xfrm>
            <a:off x="657178" y="386301"/>
            <a:ext cx="9006367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/>
              <a:t>procss1 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75CC3E-3202-474C-BB24-FE9BC9573102}"/>
              </a:ext>
            </a:extLst>
          </p:cNvPr>
          <p:cNvSpPr txBox="1"/>
          <p:nvPr/>
        </p:nvSpPr>
        <p:spPr>
          <a:xfrm>
            <a:off x="3571495" y="131057"/>
            <a:ext cx="211273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/>
          <a:lstStyle/>
          <a:p>
            <a:pPr algn="ctr">
              <a:defRPr sz="2300"/>
            </a:pPr>
            <a:r>
              <a:rPr kumimoji="1" lang="ja-JP" altLang="en-US" sz="2300"/>
              <a:t>Strong scaling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2A4F78-3005-0C4B-9433-2B8C71577C18}"/>
              </a:ext>
            </a:extLst>
          </p:cNvPr>
          <p:cNvSpPr txBox="1"/>
          <p:nvPr/>
        </p:nvSpPr>
        <p:spPr>
          <a:xfrm>
            <a:off x="3625961" y="3289893"/>
            <a:ext cx="19306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/>
          <a:lstStyle/>
          <a:p>
            <a:pPr algn="ctr">
              <a:defRPr sz="2300"/>
            </a:pPr>
            <a:r>
              <a:rPr kumimoji="1" lang="ja-JP" altLang="en-US" sz="2300"/>
              <a:t>Weak scaling</a:t>
            </a: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D6A667D9-F8BD-7499-4CF4-A8FA533637AE}"/>
              </a:ext>
            </a:extLst>
          </p:cNvPr>
          <p:cNvGrpSpPr/>
          <p:nvPr/>
        </p:nvGrpSpPr>
        <p:grpSpPr>
          <a:xfrm>
            <a:off x="2358099" y="1505188"/>
            <a:ext cx="5179252" cy="1640088"/>
            <a:chOff x="2809188" y="1211466"/>
            <a:chExt cx="6385122" cy="2021944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8E00B42-1821-9448-80E0-53138E038651}"/>
                </a:ext>
              </a:extLst>
            </p:cNvPr>
            <p:cNvSpPr/>
            <p:nvPr/>
          </p:nvSpPr>
          <p:spPr>
            <a:xfrm>
              <a:off x="2809188" y="1211466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D5DCAE97-CB96-8E42-944F-DF15887407A2}"/>
                </a:ext>
              </a:extLst>
            </p:cNvPr>
            <p:cNvSpPr/>
            <p:nvPr/>
          </p:nvSpPr>
          <p:spPr>
            <a:xfrm>
              <a:off x="4918364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A3F4E5B1-7B58-4E4F-9515-2102D51E45F7}"/>
                </a:ext>
              </a:extLst>
            </p:cNvPr>
            <p:cNvSpPr/>
            <p:nvPr/>
          </p:nvSpPr>
          <p:spPr>
            <a:xfrm>
              <a:off x="6035476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071F583-E1BE-D448-AE44-180180A16B5B}"/>
                </a:ext>
              </a:extLst>
            </p:cNvPr>
            <p:cNvSpPr/>
            <p:nvPr/>
          </p:nvSpPr>
          <p:spPr>
            <a:xfrm>
              <a:off x="7135092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5CEF7FC-65F1-A34D-B7B8-8B693DA1585A}"/>
                </a:ext>
              </a:extLst>
            </p:cNvPr>
            <p:cNvSpPr/>
            <p:nvPr/>
          </p:nvSpPr>
          <p:spPr>
            <a:xfrm>
              <a:off x="8252204" y="2479964"/>
              <a:ext cx="942106" cy="47105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7830C8E8-2D7D-CB4C-9F8E-A961292975AC}"/>
                </a:ext>
              </a:extLst>
            </p:cNvPr>
            <p:cNvSpPr/>
            <p:nvPr/>
          </p:nvSpPr>
          <p:spPr>
            <a:xfrm>
              <a:off x="4170218" y="1759527"/>
              <a:ext cx="554181" cy="554182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142E7465-C6D6-4C46-8B46-6ADB5ABC80A6}"/>
                </a:ext>
              </a:extLst>
            </p:cNvPr>
            <p:cNvSpPr txBox="1"/>
            <p:nvPr/>
          </p:nvSpPr>
          <p:spPr>
            <a:xfrm>
              <a:off x="4978888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1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87403A7-5F83-8E4F-AC1F-7D2C3C38FF31}"/>
                </a:ext>
              </a:extLst>
            </p:cNvPr>
            <p:cNvSpPr txBox="1"/>
            <p:nvPr/>
          </p:nvSpPr>
          <p:spPr>
            <a:xfrm>
              <a:off x="6096000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2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FF5385A-F508-424C-B939-6F70C723E6BC}"/>
                </a:ext>
              </a:extLst>
            </p:cNvPr>
            <p:cNvSpPr txBox="1"/>
            <p:nvPr/>
          </p:nvSpPr>
          <p:spPr>
            <a:xfrm>
              <a:off x="7195616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3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502DDAC4-61D5-F04F-B806-F96E4370B8B2}"/>
                </a:ext>
              </a:extLst>
            </p:cNvPr>
            <p:cNvSpPr txBox="1"/>
            <p:nvPr/>
          </p:nvSpPr>
          <p:spPr>
            <a:xfrm>
              <a:off x="8312728" y="297180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4</a:t>
              </a:r>
            </a:p>
          </p:txBody>
        </p:sp>
      </p:grp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4D950B-5BB6-4CC2-1BFA-23A14CFC2969}"/>
              </a:ext>
            </a:extLst>
          </p:cNvPr>
          <p:cNvSpPr txBox="1"/>
          <p:nvPr/>
        </p:nvSpPr>
        <p:spPr>
          <a:xfrm>
            <a:off x="810953" y="3793223"/>
            <a:ext cx="8716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Keep computation per parallel unit fixed, increase parallelism, and increase the total size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D473458-BF84-395B-2F8F-EF32B5A04F14}"/>
              </a:ext>
            </a:extLst>
          </p:cNvPr>
          <p:cNvSpPr txBox="1"/>
          <p:nvPr/>
        </p:nvSpPr>
        <p:spPr>
          <a:xfrm>
            <a:off x="657178" y="614218"/>
            <a:ext cx="8870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Keep the total amount of computation fixed, increase parallelism, and reduce execution time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E3692EA1-6241-FF67-56AB-56310E3ABD3D}"/>
              </a:ext>
            </a:extLst>
          </p:cNvPr>
          <p:cNvGrpSpPr/>
          <p:nvPr/>
        </p:nvGrpSpPr>
        <p:grpSpPr>
          <a:xfrm>
            <a:off x="2377297" y="4612526"/>
            <a:ext cx="5231296" cy="1743809"/>
            <a:chOff x="2826797" y="4281055"/>
            <a:chExt cx="6449283" cy="2149815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EFAB6BD-2BE3-2E49-A650-7B9C667EED7D}"/>
                </a:ext>
              </a:extLst>
            </p:cNvPr>
            <p:cNvSpPr/>
            <p:nvPr/>
          </p:nvSpPr>
          <p:spPr>
            <a:xfrm>
              <a:off x="2826797" y="4343477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右矢印 16">
              <a:extLst>
                <a:ext uri="{FF2B5EF4-FFF2-40B4-BE49-F238E27FC236}">
                  <a16:creationId xmlns:a16="http://schemas.microsoft.com/office/drawing/2014/main" id="{68B7FB71-3337-5F4B-B07E-C9AE7671D09A}"/>
                </a:ext>
              </a:extLst>
            </p:cNvPr>
            <p:cNvSpPr/>
            <p:nvPr/>
          </p:nvSpPr>
          <p:spPr>
            <a:xfrm>
              <a:off x="4211782" y="4959927"/>
              <a:ext cx="554181" cy="554182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67FA7351-D9B2-FA4D-814A-CB0A471DD018}"/>
                </a:ext>
              </a:extLst>
            </p:cNvPr>
            <p:cNvSpPr/>
            <p:nvPr/>
          </p:nvSpPr>
          <p:spPr>
            <a:xfrm>
              <a:off x="4925755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328A581-972C-4544-8BF0-8C61B4E7F64B}"/>
                </a:ext>
              </a:extLst>
            </p:cNvPr>
            <p:cNvSpPr/>
            <p:nvPr/>
          </p:nvSpPr>
          <p:spPr>
            <a:xfrm>
              <a:off x="6089537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1D01F16D-78D2-CE45-B00D-3A0F133F73F2}"/>
                </a:ext>
              </a:extLst>
            </p:cNvPr>
            <p:cNvSpPr/>
            <p:nvPr/>
          </p:nvSpPr>
          <p:spPr>
            <a:xfrm>
              <a:off x="7211755" y="4281055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22E78869-39CE-184B-B2F5-02CA83317CF7}"/>
                </a:ext>
              </a:extLst>
            </p:cNvPr>
            <p:cNvSpPr/>
            <p:nvPr/>
          </p:nvSpPr>
          <p:spPr>
            <a:xfrm>
              <a:off x="8333974" y="4281056"/>
              <a:ext cx="942106" cy="1884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26224488-2070-DE5D-9BA8-F9696E86B043}"/>
                </a:ext>
              </a:extLst>
            </p:cNvPr>
            <p:cNvSpPr txBox="1"/>
            <p:nvPr/>
          </p:nvSpPr>
          <p:spPr>
            <a:xfrm>
              <a:off x="5033352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1</a:t>
              </a: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54150A9-9C79-A118-5AE8-497230EC4DE9}"/>
                </a:ext>
              </a:extLst>
            </p:cNvPr>
            <p:cNvSpPr txBox="1"/>
            <p:nvPr/>
          </p:nvSpPr>
          <p:spPr>
            <a:xfrm>
              <a:off x="6150464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2</a:t>
              </a: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771B39DF-2F4E-688C-3A17-0B0AA2430290}"/>
                </a:ext>
              </a:extLst>
            </p:cNvPr>
            <p:cNvSpPr txBox="1"/>
            <p:nvPr/>
          </p:nvSpPr>
          <p:spPr>
            <a:xfrm>
              <a:off x="7250080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3</a:t>
              </a: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F7A53976-41EB-5DAC-98C3-D81BEA8380FF}"/>
                </a:ext>
              </a:extLst>
            </p:cNvPr>
            <p:cNvSpPr txBox="1"/>
            <p:nvPr/>
          </p:nvSpPr>
          <p:spPr>
            <a:xfrm>
              <a:off x="8367192" y="6169260"/>
              <a:ext cx="82105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kumimoji="1" lang="ja-JP" altLang="en-US" sz="1100"/>
                <a:t>Process 4</a:t>
              </a:r>
            </a:p>
          </p:txBody>
        </p:sp>
      </p:grp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04E5839-1A4E-D584-C179-9166574F497E}"/>
              </a:ext>
            </a:extLst>
          </p:cNvPr>
          <p:cNvSpPr txBox="1"/>
          <p:nvPr/>
        </p:nvSpPr>
        <p:spPr>
          <a:xfrm>
            <a:off x="1600246" y="1043768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sequential computing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8D3DB7A-D57E-6B75-30D9-F862139AC1D3}"/>
              </a:ext>
            </a:extLst>
          </p:cNvPr>
          <p:cNvSpPr txBox="1"/>
          <p:nvPr/>
        </p:nvSpPr>
        <p:spPr>
          <a:xfrm>
            <a:off x="4885924" y="1043768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parallel</a:t>
            </a:r>
            <a:r>
              <a:rPr lang="ja-JP" altLang="en-US"/>
              <a:t> computing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DD4EC4CE-BAC6-91EF-060D-9F0D00C38155}"/>
              </a:ext>
            </a:extLst>
          </p:cNvPr>
          <p:cNvSpPr txBox="1"/>
          <p:nvPr/>
        </p:nvSpPr>
        <p:spPr>
          <a:xfrm>
            <a:off x="1670351" y="4182785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sequential computing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95246B7-F912-4B26-489A-E133524175C0}"/>
              </a:ext>
            </a:extLst>
          </p:cNvPr>
          <p:cNvSpPr txBox="1"/>
          <p:nvPr/>
        </p:nvSpPr>
        <p:spPr>
          <a:xfrm>
            <a:off x="4956029" y="4182785"/>
            <a:ext cx="2279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parallel</a:t>
            </a:r>
            <a:r>
              <a:rPr lang="ja-JP" altLang="en-US"/>
              <a:t> computing</a:t>
            </a:r>
          </a:p>
        </p:txBody>
      </p:sp>
    </p:spTree>
    <p:extLst>
      <p:ext uri="{BB962C8B-B14F-4D97-AF65-F5344CB8AC3E}">
        <p14:creationId xmlns:p14="http://schemas.microsoft.com/office/powerpoint/2010/main" val="283155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</TotalTime>
  <Words>117</Words>
  <Application>Microsoft Macintosh PowerPoint</Application>
  <PresentationFormat>A4 210 x 297 mm</PresentationFormat>
  <Paragraphs>34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游ゴシック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71</cp:revision>
  <dcterms:created xsi:type="dcterms:W3CDTF">2018-10-07T01:32:06Z</dcterms:created>
  <dcterms:modified xsi:type="dcterms:W3CDTF">2026-08-07T05:02:25Z</dcterms:modified>
</cp:coreProperties>
</file>
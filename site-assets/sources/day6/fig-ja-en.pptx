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9" r:id="rId10"/>
    <p:sldId id="257" r:id="rId3"/>
    <p:sldId id="260" r:id="rId11"/>
    <p:sldId id="258" r:id="rId4"/>
    <p:sldId id="261" r:id="rId12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Objects="1">
      <p:cViewPr varScale="1">
        <p:scale>
          <a:sx n="126" d="100"/>
          <a:sy n="126" d="100"/>
        </p:scale>
        <p:origin x="3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5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2018/11/20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tiff"/><Relationship Id="rId3" Type="http://schemas.openxmlformats.org/officeDocument/2006/relationships/image" Target="../media/image7.tif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tiff"/><Relationship Id="rId3" Type="http://schemas.openxmlformats.org/officeDocument/2006/relationships/image" Target="../media/image7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92760" y="2708920"/>
            <a:ext cx="1437775" cy="1444550"/>
            <a:chOff x="2075065" y="548680"/>
            <a:chExt cx="1437775" cy="1444550"/>
          </a:xfrm>
        </p:grpSpPr>
        <p:sp>
          <p:nvSpPr>
            <p:cNvPr id="3" name="正方形/長方形 2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4" name="正方形/長方形 3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6" name="正方形/長方形 5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4953000" y="553792"/>
            <a:ext cx="1437775" cy="1444550"/>
            <a:chOff x="2075065" y="548680"/>
            <a:chExt cx="1437775" cy="1444550"/>
          </a:xfrm>
        </p:grpSpPr>
        <p:sp>
          <p:nvSpPr>
            <p:cNvPr id="9" name="正方形/長方形 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3" name="グループ化 12"/>
          <p:cNvGrpSpPr/>
          <p:nvPr/>
        </p:nvGrpSpPr>
        <p:grpSpPr>
          <a:xfrm>
            <a:off x="2795145" y="548680"/>
            <a:ext cx="1437775" cy="1444550"/>
            <a:chOff x="2075065" y="548680"/>
            <a:chExt cx="1437775" cy="1444550"/>
          </a:xfrm>
        </p:grpSpPr>
        <p:sp>
          <p:nvSpPr>
            <p:cNvPr id="14" name="正方形/長方形 13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4953000" y="2708920"/>
            <a:ext cx="1437775" cy="1444550"/>
            <a:chOff x="2075065" y="548680"/>
            <a:chExt cx="1437775" cy="1444550"/>
          </a:xfrm>
        </p:grpSpPr>
        <p:sp>
          <p:nvSpPr>
            <p:cNvPr id="19" name="正方形/長方形 1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sp>
        <p:nvSpPr>
          <p:cNvPr id="23" name="正方形/長方形 22"/>
          <p:cNvSpPr/>
          <p:nvPr/>
        </p:nvSpPr>
        <p:spPr>
          <a:xfrm>
            <a:off x="4232920" y="112474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4232920" y="328937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 rot="5400000">
            <a:off x="5313040" y="2214366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 rot="5400000">
            <a:off x="3152800" y="220486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/>
          <p:cNvGrpSpPr/>
          <p:nvPr/>
        </p:nvGrpSpPr>
        <p:grpSpPr>
          <a:xfrm>
            <a:off x="632520" y="548680"/>
            <a:ext cx="1440160" cy="1450622"/>
            <a:chOff x="632520" y="548680"/>
            <a:chExt cx="1440160" cy="1450622"/>
          </a:xfrm>
        </p:grpSpPr>
        <p:sp>
          <p:nvSpPr>
            <p:cNvPr id="28" name="正方形/長方形 2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632520" y="2693720"/>
            <a:ext cx="1440160" cy="1450622"/>
            <a:chOff x="632520" y="548680"/>
            <a:chExt cx="1440160" cy="1450622"/>
          </a:xfrm>
        </p:grpSpPr>
        <p:sp>
          <p:nvSpPr>
            <p:cNvPr id="32" name="正方形/長方形 31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7113240" y="558182"/>
            <a:ext cx="1440160" cy="1450622"/>
            <a:chOff x="632520" y="548680"/>
            <a:chExt cx="1440160" cy="1450622"/>
          </a:xfrm>
        </p:grpSpPr>
        <p:sp>
          <p:nvSpPr>
            <p:cNvPr id="35" name="正方形/長方形 34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7113240" y="2703222"/>
            <a:ext cx="1440160" cy="1450622"/>
            <a:chOff x="632520" y="548680"/>
            <a:chExt cx="1440160" cy="1450622"/>
          </a:xfrm>
        </p:grpSpPr>
        <p:sp>
          <p:nvSpPr>
            <p:cNvPr id="38" name="正方形/長方形 3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sp>
        <p:nvSpPr>
          <p:cNvPr id="40" name="正方形/長方形 39"/>
          <p:cNvSpPr/>
          <p:nvPr/>
        </p:nvSpPr>
        <p:spPr>
          <a:xfrm>
            <a:off x="2072680" y="1052736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/>
          <p:cNvSpPr/>
          <p:nvPr/>
        </p:nvSpPr>
        <p:spPr>
          <a:xfrm>
            <a:off x="2072681" y="3217366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6390774" y="1042647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/>
          <p:cNvSpPr/>
          <p:nvPr/>
        </p:nvSpPr>
        <p:spPr>
          <a:xfrm>
            <a:off x="6390775" y="3207277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8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92760" y="2708920"/>
            <a:ext cx="1437775" cy="1444550"/>
            <a:chOff x="2075065" y="548680"/>
            <a:chExt cx="1437775" cy="1444550"/>
          </a:xfrm>
        </p:grpSpPr>
        <p:sp>
          <p:nvSpPr>
            <p:cNvPr id="3" name="正方形/長方形 2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4" name="正方形/長方形 3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6" name="正方形/長方形 5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4953000" y="553792"/>
            <a:ext cx="1437775" cy="1444550"/>
            <a:chOff x="2075065" y="548680"/>
            <a:chExt cx="1437775" cy="1444550"/>
          </a:xfrm>
        </p:grpSpPr>
        <p:sp>
          <p:nvSpPr>
            <p:cNvPr id="9" name="正方形/長方形 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3" name="グループ化 12"/>
          <p:cNvGrpSpPr/>
          <p:nvPr/>
        </p:nvGrpSpPr>
        <p:grpSpPr>
          <a:xfrm>
            <a:off x="2795145" y="548680"/>
            <a:ext cx="1437775" cy="1444550"/>
            <a:chOff x="2075065" y="548680"/>
            <a:chExt cx="1437775" cy="1444550"/>
          </a:xfrm>
        </p:grpSpPr>
        <p:sp>
          <p:nvSpPr>
            <p:cNvPr id="14" name="正方形/長方形 13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4953000" y="2708920"/>
            <a:ext cx="1437775" cy="1444550"/>
            <a:chOff x="2075065" y="548680"/>
            <a:chExt cx="1437775" cy="1444550"/>
          </a:xfrm>
        </p:grpSpPr>
        <p:sp>
          <p:nvSpPr>
            <p:cNvPr id="19" name="正方形/長方形 1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sp>
        <p:nvSpPr>
          <p:cNvPr id="23" name="正方形/長方形 22"/>
          <p:cNvSpPr/>
          <p:nvPr/>
        </p:nvSpPr>
        <p:spPr>
          <a:xfrm>
            <a:off x="4232920" y="112474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4232920" y="328937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 rot="5400000">
            <a:off x="5313040" y="2214366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 rot="5400000">
            <a:off x="3152800" y="220486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/>
          <p:cNvGrpSpPr/>
          <p:nvPr/>
        </p:nvGrpSpPr>
        <p:grpSpPr>
          <a:xfrm>
            <a:off x="632520" y="548680"/>
            <a:ext cx="1440160" cy="1450622"/>
            <a:chOff x="632520" y="548680"/>
            <a:chExt cx="1440160" cy="1450622"/>
          </a:xfrm>
        </p:grpSpPr>
        <p:sp>
          <p:nvSpPr>
            <p:cNvPr id="28" name="正方形/長方形 2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632520" y="2693720"/>
            <a:ext cx="1440160" cy="1450622"/>
            <a:chOff x="632520" y="548680"/>
            <a:chExt cx="1440160" cy="1450622"/>
          </a:xfrm>
        </p:grpSpPr>
        <p:sp>
          <p:nvSpPr>
            <p:cNvPr id="32" name="正方形/長方形 31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7113240" y="558182"/>
            <a:ext cx="1440160" cy="1450622"/>
            <a:chOff x="632520" y="548680"/>
            <a:chExt cx="1440160" cy="1450622"/>
          </a:xfrm>
        </p:grpSpPr>
        <p:sp>
          <p:nvSpPr>
            <p:cNvPr id="35" name="正方形/長方形 34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7113240" y="2703222"/>
            <a:ext cx="1440160" cy="1450622"/>
            <a:chOff x="632520" y="548680"/>
            <a:chExt cx="1440160" cy="1450622"/>
          </a:xfrm>
        </p:grpSpPr>
        <p:sp>
          <p:nvSpPr>
            <p:cNvPr id="38" name="正方形/長方形 3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sp>
        <p:nvSpPr>
          <p:cNvPr id="40" name="正方形/長方形 39"/>
          <p:cNvSpPr/>
          <p:nvPr/>
        </p:nvSpPr>
        <p:spPr>
          <a:xfrm>
            <a:off x="2072680" y="1052736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/>
          <p:cNvSpPr/>
          <p:nvPr/>
        </p:nvSpPr>
        <p:spPr>
          <a:xfrm>
            <a:off x="2072681" y="3217366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6390774" y="1042647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/>
          <p:cNvSpPr/>
          <p:nvPr/>
        </p:nvSpPr>
        <p:spPr>
          <a:xfrm>
            <a:off x="6390775" y="3207277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88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67" y="4009281"/>
            <a:ext cx="2193032" cy="2006624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224" y="3971081"/>
            <a:ext cx="1944216" cy="1944216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168" y="2057329"/>
            <a:ext cx="2448272" cy="1947735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64" y="1850348"/>
            <a:ext cx="1674045" cy="1963689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28" y="1770689"/>
            <a:ext cx="1728192" cy="2113277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335742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最初に「楽そうだから」と思って</a:t>
            </a:r>
            <a:endParaRPr lang="en-US" altLang="ja-JP" sz="2000" dirty="0"/>
          </a:p>
          <a:p>
            <a:r>
              <a:rPr kumimoji="1" lang="ja-JP" altLang="en-US" sz="2000" dirty="0"/>
              <a:t>仕事を引き受けすぎると・・・</a:t>
            </a:r>
          </a:p>
        </p:txBody>
      </p:sp>
      <p:sp>
        <p:nvSpPr>
          <p:cNvPr id="12" name="角丸四角形吹き出し 11"/>
          <p:cNvSpPr/>
          <p:nvPr/>
        </p:nvSpPr>
        <p:spPr>
          <a:xfrm>
            <a:off x="3038834" y="908720"/>
            <a:ext cx="2160240" cy="592997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これも</a:t>
            </a:r>
            <a:r>
              <a:rPr kumimoji="1" lang="ja-JP" altLang="en-US" sz="2000" dirty="0">
                <a:solidFill>
                  <a:schemeClr val="tx1"/>
                </a:solidFill>
              </a:rPr>
              <a:t>お願いね</a:t>
            </a:r>
          </a:p>
        </p:txBody>
      </p:sp>
      <p:sp>
        <p:nvSpPr>
          <p:cNvPr id="13" name="円形吹き出し 12"/>
          <p:cNvSpPr/>
          <p:nvPr/>
        </p:nvSpPr>
        <p:spPr>
          <a:xfrm>
            <a:off x="488504" y="692696"/>
            <a:ext cx="2130190" cy="936104"/>
          </a:xfrm>
          <a:prstGeom prst="wedgeEllipseCallout">
            <a:avLst>
              <a:gd name="adj1" fmla="val -19687"/>
              <a:gd name="adj2" fmla="val 61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これ頼むよ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角丸四角形吹き出し 14"/>
          <p:cNvSpPr/>
          <p:nvPr/>
        </p:nvSpPr>
        <p:spPr>
          <a:xfrm>
            <a:off x="2618694" y="3984955"/>
            <a:ext cx="2160240" cy="592997"/>
          </a:xfrm>
          <a:prstGeom prst="wedgeRoundRectCallout">
            <a:avLst>
              <a:gd name="adj1" fmla="val -65162"/>
              <a:gd name="adj2" fmla="val 35213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 err="1">
                <a:solidFill>
                  <a:schemeClr val="tx1"/>
                </a:solidFill>
              </a:rPr>
              <a:t>いいっすよ</a:t>
            </a:r>
            <a:r>
              <a:rPr lang="ja-JP" altLang="en-US" sz="2000" dirty="0">
                <a:solidFill>
                  <a:schemeClr val="tx1"/>
                </a:solidFill>
              </a:rPr>
              <a:t>～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5745088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いつの間にか「担当者」になって</a:t>
            </a:r>
            <a:endParaRPr kumimoji="1" lang="en-US" altLang="ja-JP" sz="2000" dirty="0"/>
          </a:p>
          <a:p>
            <a:r>
              <a:rPr lang="ja-JP" altLang="en-US" sz="2000" dirty="0"/>
              <a:t>大変なことに・・・</a:t>
            </a:r>
            <a:endParaRPr kumimoji="1" lang="ja-JP" altLang="en-US" sz="2000" dirty="0"/>
          </a:p>
        </p:txBody>
      </p:sp>
      <p:sp>
        <p:nvSpPr>
          <p:cNvPr id="17" name="角丸四角形吹き出し 16"/>
          <p:cNvSpPr/>
          <p:nvPr/>
        </p:nvSpPr>
        <p:spPr>
          <a:xfrm>
            <a:off x="6455732" y="847284"/>
            <a:ext cx="2744023" cy="849162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この件、君が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担当って聞いたんで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8" name="右矢印 17"/>
          <p:cNvSpPr/>
          <p:nvPr/>
        </p:nvSpPr>
        <p:spPr>
          <a:xfrm>
            <a:off x="4953000" y="3506532"/>
            <a:ext cx="792088" cy="79078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2727106" y="127008"/>
            <a:ext cx="469872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ファーストタッチの原則</a:t>
            </a:r>
          </a:p>
        </p:txBody>
      </p:sp>
    </p:spTree>
    <p:extLst>
      <p:ext uri="{BB962C8B-B14F-4D97-AF65-F5344CB8AC3E}">
        <p14:creationId xmlns:p14="http://schemas.microsoft.com/office/powerpoint/2010/main" val="3084154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67" y="4009281"/>
            <a:ext cx="2193032" cy="2006624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224" y="3971081"/>
            <a:ext cx="1944216" cy="1944216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168" y="2057329"/>
            <a:ext cx="2448272" cy="1947735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64" y="1850348"/>
            <a:ext cx="1674045" cy="1963689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28" y="1770689"/>
            <a:ext cx="1728192" cy="2113277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335742" y="6089406"/>
            <a:ext cx="4031873" cy="707886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lang="ja-JP" altLang="en-US" sz="1600" dirty="0"/>
              <a:t>If you accept too much work at first</a:t>
            </a:r>
            <a:endParaRPr lang="en-US" altLang="ja-JP" sz="2000" dirty="0"/>
          </a:p>
          <a:p>
            <a:pPr>
              <a:defRPr sz="1600"/>
            </a:pPr>
            <a:r>
              <a:rPr lang="ja-JP" altLang="en-US" sz="1600" dirty="0"/>
              <a:t>because it looks easy...</a:t>
            </a:r>
            <a:endParaRPr lang="en-US" altLang="ja-JP" sz="2000" dirty="0"/>
          </a:p>
        </p:txBody>
      </p:sp>
      <p:sp>
        <p:nvSpPr>
          <p:cNvPr id="12" name="角丸四角形吹き出し 11"/>
          <p:cNvSpPr/>
          <p:nvPr/>
        </p:nvSpPr>
        <p:spPr>
          <a:xfrm>
            <a:off x="3038834" y="908720"/>
            <a:ext cx="2160240" cy="592997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Please handle this too.</a:t>
            </a:r>
          </a:p>
        </p:txBody>
      </p:sp>
      <p:sp>
        <p:nvSpPr>
          <p:cNvPr id="13" name="円形吹き出し 12"/>
          <p:cNvSpPr/>
          <p:nvPr/>
        </p:nvSpPr>
        <p:spPr>
          <a:xfrm>
            <a:off x="488504" y="692696"/>
            <a:ext cx="2130190" cy="936104"/>
          </a:xfrm>
          <a:prstGeom prst="wedgeEllipseCallout">
            <a:avLst>
              <a:gd name="adj1" fmla="val -19687"/>
              <a:gd name="adj2" fmla="val 61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ja-JP" altLang="en-US" sz="2000" dirty="0">
                <a:solidFill>
                  <a:schemeClr val="tx1"/>
                </a:solidFill>
              </a:rPr>
              <a:t>Can you take care of this?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角丸四角形吹き出し 14"/>
          <p:cNvSpPr/>
          <p:nvPr/>
        </p:nvSpPr>
        <p:spPr>
          <a:xfrm>
            <a:off x="2618694" y="3984955"/>
            <a:ext cx="2160240" cy="592997"/>
          </a:xfrm>
          <a:prstGeom prst="wedgeRoundRectCallout">
            <a:avLst>
              <a:gd name="adj1" fmla="val -65162"/>
              <a:gd name="adj2" fmla="val 35213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2000" dirty="0" err="1">
                <a:solidFill>
                  <a:schemeClr val="tx1"/>
                </a:solidFill>
              </a:rPr>
              <a:t>Sure.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5745088" y="6089406"/>
            <a:ext cx="4031873" cy="707886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00"/>
            </a:pPr>
            <a:r>
              <a:rPr kumimoji="1" lang="ja-JP" altLang="en-US" sz="1400" dirty="0"/>
              <a:t>Before you know it, you become</a:t>
            </a:r>
            <a:endParaRPr kumimoji="1" lang="en-US" altLang="ja-JP" sz="2000" dirty="0"/>
          </a:p>
          <a:p>
            <a:pPr>
              <a:defRPr sz="1400"/>
            </a:pPr>
            <a:r>
              <a:rPr kumimoji="1" lang="ja-JP" altLang="en-US" sz="1400" dirty="0"/>
              <a:t>"the person in charge" and things get painful...</a:t>
            </a:r>
            <a:endParaRPr kumimoji="1" lang="en-US" altLang="ja-JP" sz="2000" dirty="0"/>
          </a:p>
        </p:txBody>
      </p:sp>
      <p:sp>
        <p:nvSpPr>
          <p:cNvPr id="17" name="角丸四角形吹き出し 16"/>
          <p:cNvSpPr/>
          <p:nvPr/>
        </p:nvSpPr>
        <p:spPr>
          <a:xfrm>
            <a:off x="6455732" y="847284"/>
            <a:ext cx="2744023" cy="849162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I heard you're in charge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of this.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sp>
        <p:nvSpPr>
          <p:cNvPr id="18" name="右矢印 17"/>
          <p:cNvSpPr/>
          <p:nvPr/>
        </p:nvSpPr>
        <p:spPr>
          <a:xfrm>
            <a:off x="4953000" y="3506532"/>
            <a:ext cx="792088" cy="79078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2727106" y="127008"/>
            <a:ext cx="469872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/>
          <a:lstStyle/>
          <a:p>
            <a:pPr>
              <a:defRPr sz="2900"/>
            </a:pPr>
            <a:r>
              <a:rPr kumimoji="1" lang="ja-JP" altLang="en-US" sz="2900" dirty="0"/>
              <a:t>First-touch policy</a:t>
            </a:r>
          </a:p>
        </p:txBody>
      </p:sp>
    </p:spTree>
    <p:extLst>
      <p:ext uri="{BB962C8B-B14F-4D97-AF65-F5344CB8AC3E}">
        <p14:creationId xmlns:p14="http://schemas.microsoft.com/office/powerpoint/2010/main" val="3084154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72C49AB-44CB-F74E-9F08-ACE909D73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960" y="1052736"/>
            <a:ext cx="4064000" cy="304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B0E9ACC-C7CD-FD48-A0CB-FEF5F540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80" y="980728"/>
            <a:ext cx="4064000" cy="304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45E13D4-EBB9-FD46-8DCD-4F203EF8875D}"/>
              </a:ext>
            </a:extLst>
          </p:cNvPr>
          <p:cNvSpPr txBox="1"/>
          <p:nvPr/>
        </p:nvSpPr>
        <p:spPr>
          <a:xfrm>
            <a:off x="1928664" y="188640"/>
            <a:ext cx="5729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シングルノード</a:t>
            </a:r>
            <a:r>
              <a:rPr kumimoji="1" lang="en-US" altLang="ja-JP"/>
              <a:t>(12</a:t>
            </a:r>
            <a:r>
              <a:rPr kumimoji="1" lang="ja-JP" altLang="en-US"/>
              <a:t>コア</a:t>
            </a:r>
            <a:r>
              <a:rPr lang="en-US" altLang="ja-JP"/>
              <a:t> x 2</a:t>
            </a:r>
            <a:r>
              <a:rPr lang="ja-JP" altLang="en-US"/>
              <a:t>ソケット</a:t>
            </a:r>
            <a:r>
              <a:rPr lang="en-US" altLang="ja-JP"/>
              <a:t>)</a:t>
            </a:r>
            <a:r>
              <a:rPr lang="ja-JP" altLang="en-US"/>
              <a:t>でのスケーリング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E7FE39-4188-A945-951F-59A75AF5A6A7}"/>
              </a:ext>
            </a:extLst>
          </p:cNvPr>
          <p:cNvSpPr txBox="1"/>
          <p:nvPr/>
        </p:nvSpPr>
        <p:spPr>
          <a:xfrm>
            <a:off x="1928664" y="69269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実行時間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20085AF-BAB7-B043-B964-5B3833EBB4B4}"/>
              </a:ext>
            </a:extLst>
          </p:cNvPr>
          <p:cNvSpPr txBox="1"/>
          <p:nvPr/>
        </p:nvSpPr>
        <p:spPr>
          <a:xfrm>
            <a:off x="6105128" y="69269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並列化効率</a:t>
            </a:r>
          </a:p>
        </p:txBody>
      </p:sp>
    </p:spTree>
    <p:extLst>
      <p:ext uri="{BB962C8B-B14F-4D97-AF65-F5344CB8AC3E}">
        <p14:creationId xmlns:p14="http://schemas.microsoft.com/office/powerpoint/2010/main" val="5540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72C49AB-44CB-F74E-9F08-ACE909D73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960" y="1052736"/>
            <a:ext cx="4064000" cy="304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B0E9ACC-C7CD-FD48-A0CB-FEF5F540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80" y="980728"/>
            <a:ext cx="4064000" cy="304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45E13D4-EBB9-FD46-8DCD-4F203EF8875D}"/>
              </a:ext>
            </a:extLst>
          </p:cNvPr>
          <p:cNvSpPr txBox="1"/>
          <p:nvPr/>
        </p:nvSpPr>
        <p:spPr>
          <a:xfrm>
            <a:off x="1928664" y="188640"/>
            <a:ext cx="5729454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50"/>
            </a:pPr>
            <a:r>
              <a:rPr kumimoji="1" lang="ja-JP" altLang="en-US" sz="1750"/>
              <a:t>Scaling on a single node (12 cores x 2 sockets)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E7FE39-4188-A945-951F-59A75AF5A6A7}"/>
              </a:ext>
            </a:extLst>
          </p:cNvPr>
          <p:cNvSpPr txBox="1"/>
          <p:nvPr/>
        </p:nvSpPr>
        <p:spPr>
          <a:xfrm>
            <a:off x="1928664" y="692696"/>
            <a:ext cx="1107996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Execution time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20085AF-BAB7-B043-B964-5B3833EBB4B4}"/>
              </a:ext>
            </a:extLst>
          </p:cNvPr>
          <p:cNvSpPr txBox="1"/>
          <p:nvPr/>
        </p:nvSpPr>
        <p:spPr>
          <a:xfrm>
            <a:off x="6105128" y="692696"/>
            <a:ext cx="1338828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Parallel efficiency</a:t>
            </a:r>
          </a:p>
        </p:txBody>
      </p:sp>
    </p:spTree>
    <p:extLst>
      <p:ext uri="{BB962C8B-B14F-4D97-AF65-F5344CB8AC3E}">
        <p14:creationId xmlns:p14="http://schemas.microsoft.com/office/powerpoint/2010/main" val="5540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159</TotalTime>
  <Words>104</Words>
  <Application>Microsoft Macintosh PowerPoint</Application>
  <PresentationFormat>A4 210 x 297 mm</PresentationFormat>
  <Paragraphs>49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Microsoft Office ユーザー</cp:lastModifiedBy>
  <cp:revision>92</cp:revision>
  <dcterms:created xsi:type="dcterms:W3CDTF">2018-10-07T01:32:06Z</dcterms:created>
  <dcterms:modified xsi:type="dcterms:W3CDTF">2018-11-20T02:25:55Z</dcterms:modified>
</cp:coreProperties>
</file>